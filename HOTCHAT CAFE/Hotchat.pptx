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frame of food and drinks&#10;&#10;AI-generated content may be incorrect.">
            <a:extLst>
              <a:ext uri="{FF2B5EF4-FFF2-40B4-BE49-F238E27FC236}">
                <a16:creationId xmlns:a16="http://schemas.microsoft.com/office/drawing/2014/main" id="{DDFBFEC4-579C-20BD-B623-414479A89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1254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06B47-F168-3D39-D59A-63A3CC7B823D}"/>
              </a:ext>
            </a:extLst>
          </p:cNvPr>
          <p:cNvSpPr txBox="1"/>
          <p:nvPr/>
        </p:nvSpPr>
        <p:spPr>
          <a:xfrm>
            <a:off x="2557733" y="1887842"/>
            <a:ext cx="404578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800" b="1" dirty="0">
                <a:solidFill>
                  <a:srgbClr val="CC9900"/>
                </a:solidFill>
                <a:latin typeface="Californian FB" panose="0207040306080B030204" pitchFamily="18" charset="0"/>
              </a:rPr>
              <a:t>HOCHAT </a:t>
            </a:r>
          </a:p>
          <a:p>
            <a:pPr algn="ctr"/>
            <a:r>
              <a:rPr lang="en-US" sz="6800" b="1" dirty="0">
                <a:solidFill>
                  <a:srgbClr val="CC9900"/>
                </a:solidFill>
                <a:latin typeface="Californian FB" panose="0207040306080B030204" pitchFamily="18" charset="0"/>
              </a:rPr>
              <a:t>CAFE</a:t>
            </a:r>
            <a:endParaRPr lang="en-ID" sz="6800" b="1" dirty="0">
              <a:solidFill>
                <a:srgbClr val="CC9900"/>
              </a:solidFill>
              <a:latin typeface="Californian FB" panose="0207040306080B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3255E-E8CD-86EA-5BF6-130715FAC0F5}"/>
              </a:ext>
            </a:extLst>
          </p:cNvPr>
          <p:cNvSpPr txBox="1"/>
          <p:nvPr/>
        </p:nvSpPr>
        <p:spPr>
          <a:xfrm>
            <a:off x="3937958" y="483079"/>
            <a:ext cx="128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9900"/>
                </a:solidFill>
                <a:latin typeface="Californian FB" panose="0207040306080B030204" pitchFamily="18" charset="0"/>
              </a:rPr>
              <a:t>Group 3</a:t>
            </a:r>
            <a:endParaRPr lang="en-ID" sz="2400" dirty="0">
              <a:solidFill>
                <a:srgbClr val="CC9900"/>
              </a:solidFill>
              <a:latin typeface="Californian FB" panose="0207040306080B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nk rectangle with food on it&#10;&#10;AI-generated content may be incorrect.">
            <a:extLst>
              <a:ext uri="{FF2B5EF4-FFF2-40B4-BE49-F238E27FC236}">
                <a16:creationId xmlns:a16="http://schemas.microsoft.com/office/drawing/2014/main" id="{B2FC849B-A53F-FBC3-FC33-5671980C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983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23" y="1692276"/>
            <a:ext cx="8229600" cy="3774057"/>
          </a:xfrm>
        </p:spPr>
        <p:txBody>
          <a:bodyPr>
            <a:normAutofit lnSpcReduction="10000"/>
          </a:bodyPr>
          <a:lstStyle/>
          <a:p>
            <a:r>
              <a:rPr sz="3600" dirty="0"/>
              <a:t>Our task was to design and code a café website using HTML and CSS.</a:t>
            </a:r>
          </a:p>
          <a:p>
            <a:r>
              <a:rPr sz="3600" dirty="0"/>
              <a:t>The goal was to create a visually appealing, user-friendly, and functional website.</a:t>
            </a:r>
          </a:p>
          <a:p>
            <a:r>
              <a:rPr sz="3600" dirty="0"/>
              <a:t>The project showcases navigation, menu presentation, and an ordering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nk rectangle with food on it&#10;&#10;AI-generated content may be incorrect.">
            <a:extLst>
              <a:ext uri="{FF2B5EF4-FFF2-40B4-BE49-F238E27FC236}">
                <a16:creationId xmlns:a16="http://schemas.microsoft.com/office/drawing/2014/main" id="{E167F28F-AEA0-32C9-1824-C967963D9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983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Homepage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344" y="1434890"/>
            <a:ext cx="3234906" cy="4668297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Navigation bar: Home, Transactions, About Us, Contact Us, Order Now</a:t>
            </a:r>
          </a:p>
          <a:p>
            <a:r>
              <a:rPr dirty="0"/>
              <a:t>Hero section with tagline: 'It’s all about taste.'</a:t>
            </a:r>
          </a:p>
          <a:p>
            <a:r>
              <a:rPr dirty="0"/>
              <a:t>Call-to-action button: Discover the Menu</a:t>
            </a:r>
          </a:p>
          <a:p>
            <a:r>
              <a:rPr dirty="0"/>
              <a:t>Food images to highlight menu items visually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80E13E-4759-B78B-FB86-64662B019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405" y="1417638"/>
            <a:ext cx="4701395" cy="42242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nk rectangle with food on it&#10;&#10;AI-generated content may be incorrect.">
            <a:extLst>
              <a:ext uri="{FF2B5EF4-FFF2-40B4-BE49-F238E27FC236}">
                <a16:creationId xmlns:a16="http://schemas.microsoft.com/office/drawing/2014/main" id="{A46EAEB2-350B-EC98-2F1D-0DA707FE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983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b="1" dirty="0"/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170" y="1712343"/>
            <a:ext cx="7936302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Easy navigation bar</a:t>
            </a:r>
          </a:p>
          <a:p>
            <a:pPr marL="0" indent="0">
              <a:buNone/>
            </a:pPr>
            <a:r>
              <a:rPr dirty="0"/>
              <a:t>• Log Out button for user accounts</a:t>
            </a:r>
          </a:p>
          <a:p>
            <a:pPr marL="0" indent="0">
              <a:buNone/>
            </a:pPr>
            <a:r>
              <a:rPr dirty="0"/>
              <a:t>• Order Now button styled for emphasis</a:t>
            </a:r>
          </a:p>
          <a:p>
            <a:pPr marL="0" indent="0">
              <a:buNone/>
            </a:pPr>
            <a:r>
              <a:rPr dirty="0"/>
              <a:t>• Social media integration (Facebook &amp; Instagram)</a:t>
            </a:r>
          </a:p>
          <a:p>
            <a:pPr marL="0" indent="0">
              <a:buNone/>
            </a:pPr>
            <a:r>
              <a:rPr dirty="0"/>
              <a:t>• Clean café-inspired theme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25DAE-A2CE-1BE4-E979-2BEACBA81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3815"/>
            <a:ext cx="8229600" cy="1143000"/>
          </a:xfrm>
        </p:spPr>
        <p:txBody>
          <a:bodyPr/>
          <a:lstStyle/>
          <a:p>
            <a:r>
              <a:rPr b="1" dirty="0"/>
              <a:t>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091" y="1917221"/>
            <a:ext cx="8229600" cy="302355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Clear navigation for easy browsing</a:t>
            </a:r>
          </a:p>
          <a:p>
            <a:pPr marL="0" indent="0">
              <a:buNone/>
            </a:pPr>
            <a:r>
              <a:rPr dirty="0"/>
              <a:t>• Attractive images of food items</a:t>
            </a:r>
          </a:p>
          <a:p>
            <a:pPr marL="0" indent="0">
              <a:buNone/>
            </a:pPr>
            <a:r>
              <a:rPr dirty="0"/>
              <a:t>• Buttons guide users to menus and orders</a:t>
            </a:r>
          </a:p>
          <a:p>
            <a:pPr marL="0" indent="0">
              <a:buNone/>
            </a:pPr>
            <a:r>
              <a:rPr dirty="0"/>
              <a:t>• Overall café-inspired aesthetic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C0797-605A-8F43-91A1-B897B224D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0"/>
            <a:ext cx="9144000" cy="6839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6947"/>
            <a:ext cx="8229600" cy="114300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377" y="2074654"/>
            <a:ext cx="7479102" cy="2471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This project allowed us to learn:</a:t>
            </a:r>
          </a:p>
          <a:p>
            <a:r>
              <a:rPr dirty="0"/>
              <a:t>HTML for structure</a:t>
            </a:r>
          </a:p>
          <a:p>
            <a:r>
              <a:rPr dirty="0"/>
              <a:t>CSS for styling and interactivity</a:t>
            </a:r>
          </a:p>
          <a:p>
            <a:r>
              <a:rPr dirty="0"/>
              <a:t>Design thinking for usability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14E22-D9F2-805D-2D7A-B63390EE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"/>
            <a:ext cx="9144000" cy="68443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825A2F-EC8A-C56F-AAC4-CC67DFADB383}"/>
              </a:ext>
            </a:extLst>
          </p:cNvPr>
          <p:cNvSpPr txBox="1"/>
          <p:nvPr/>
        </p:nvSpPr>
        <p:spPr>
          <a:xfrm>
            <a:off x="2721634" y="2540219"/>
            <a:ext cx="3476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C9900"/>
                </a:solidFill>
                <a:latin typeface="Californian FB" panose="0207040306080B0302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172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Californian FB</vt:lpstr>
      <vt:lpstr>Office Theme</vt:lpstr>
      <vt:lpstr>PowerPoint Presentation</vt:lpstr>
      <vt:lpstr>Introduction</vt:lpstr>
      <vt:lpstr>Homepage Overview</vt:lpstr>
      <vt:lpstr>Main Features</vt:lpstr>
      <vt:lpstr>User Experience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nitro v</dc:creator>
  <cp:keywords/>
  <dc:description>generated using python-pptx</dc:description>
  <cp:lastModifiedBy>John Edward Aquino</cp:lastModifiedBy>
  <cp:revision>2</cp:revision>
  <dcterms:created xsi:type="dcterms:W3CDTF">2013-01-27T09:14:16Z</dcterms:created>
  <dcterms:modified xsi:type="dcterms:W3CDTF">2025-10-03T18:45:46Z</dcterms:modified>
  <cp:category/>
</cp:coreProperties>
</file>